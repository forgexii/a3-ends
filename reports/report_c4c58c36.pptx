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D4FF"/>
                </a:solidFill>
              </a:rPr>
              <a:t>A³-ENDS Incident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UNKNOWN Severity  |  Unknown  | 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D4FF"/>
                </a:solidFill>
              </a:rPr>
              <a:t>Threat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9ABB"/>
                </a:solidFill>
              </a:rPr>
              <a:t>Attack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9ABB"/>
                </a:solidFill>
              </a:rP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9ABB"/>
                </a:solidFill>
              </a:rPr>
              <a:t>Source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9ABB"/>
                </a:solidFill>
              </a:rPr>
              <a:t>Target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9ABB"/>
                </a:solidFill>
              </a:rPr>
              <a:t>Risk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91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A500"/>
                </a:solidFill>
              </a:rPr>
              <a:t>N/A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9ABB"/>
                </a:solidFill>
              </a:rPr>
              <a:t>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D4FF"/>
                </a:solidFill>
              </a:rPr>
              <a:t>N/A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D4FF"/>
                </a:solidFill>
              </a:rPr>
              <a:t>AI Explainability — Top Feature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SHAP explanation not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D4FF"/>
                </a:solidFill>
              </a:rPr>
              <a:t>Recommended Response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▸  Review and confirm the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▸  Check firewall and access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▸  Escalate to incident response if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